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header</a:t>
            </a:r>
            <a:pPr indent="0" marL="0">
              <a:buNone/>
            </a:pPr>
            <a:r>
              <a:rPr lang="en-US" sz="14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_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8001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2182B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lead statement that frames the three points below.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68680" y="1965960"/>
            <a:ext cx="7818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supporting point that backs up the lead.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 supporting point with a little more detail.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Third supporting point to round out the argument.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66344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pptx-gen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 source</dc:title>
  <dc:subject>Example source</dc:subject>
  <dc:creator>pptx-gen</dc:creator>
  <cp:lastModifiedBy>pptx-gen</cp:lastModifiedBy>
  <cp:revision>1</cp:revision>
  <dcterms:created xsi:type="dcterms:W3CDTF">2026-07-12T07:27:27Z</dcterms:created>
  <dcterms:modified xsi:type="dcterms:W3CDTF">2026-07-12T07:27:27Z</dcterms:modified>
</cp:coreProperties>
</file>