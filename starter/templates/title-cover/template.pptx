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Overline label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8001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presentation title goes here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97180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subtitle that sets up the story in one line.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pptx-gen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source</dc:title>
  <dc:subject>Example source</dc:subject>
  <dc:creator>pptx-gen</dc:creator>
  <cp:lastModifiedBy>pptx-gen</cp:lastModifiedBy>
  <cp:revision>1</cp:revision>
  <dcterms:created xsi:type="dcterms:W3CDTF">2026-07-12T07:27:27Z</dcterms:created>
  <dcterms:modified xsi:type="dcterms:W3CDTF">2026-07-12T07:27:27Z</dcterms:modified>
</cp:coreProperties>
</file>