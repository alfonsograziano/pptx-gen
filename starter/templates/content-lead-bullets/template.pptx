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header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lead statement that frames the three points below.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965960"/>
            <a:ext cx="7818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supporting point that backs up the lead.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supporting point with a little more detail.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supporting point to round out the argument.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source</dc:title>
  <dc:subject>Example source</dc:subject>
  <dc:creator>pptx-gen</dc:creator>
  <cp:lastModifiedBy>pptx-gen</cp:lastModifiedBy>
  <cp:revision>1</cp:revision>
  <dcterms:created xsi:type="dcterms:W3CDTF">2026-07-12T15:16:49Z</dcterms:created>
  <dcterms:modified xsi:type="dcterms:W3CDTF">2026-07-12T15:16:49Z</dcterms:modified>
</cp:coreProperties>
</file>