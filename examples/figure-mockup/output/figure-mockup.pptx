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56032"/>
            <a:ext cx="8001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18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the operator sees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85800" y="10972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1218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screen, three states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85800" y="17830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incident lands in one queue, so the on-call engineer never has to decide where to look first.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85800" y="2770632"/>
            <a:ext cx="91440" cy="914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23544" y="2697480"/>
            <a:ext cx="3511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218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Firing alerts sort to the top, with the owning team attached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5800" y="3273552"/>
            <a:ext cx="91440" cy="914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23544" y="3200400"/>
            <a:ext cx="3511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218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Acknowledging an alert keeps it visible instead of hiding it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" y="3776472"/>
            <a:ext cx="91440" cy="914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23544" y="3703320"/>
            <a:ext cx="3511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218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Resolved alerts stay for the retro, then age out after a week</a:t>
            </a:r>
            <a:endParaRPr lang="en-US" sz="1000" dirty="0"/>
          </a:p>
        </p:txBody>
      </p:sp>
      <p:pic>
        <p:nvPicPr>
          <p:cNvPr id="11" name="Image 0" descr="The alerts console, with the checkout latency alert fir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1481328"/>
            <a:ext cx="3931920" cy="2201875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4709160" y="3792931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5B64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Incident queue · 3 open, 1 firing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4663440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4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5B64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pptx-gen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Figures</dc:title>
  <dc:subject>Figures</dc:subject>
  <dc:creator>pptx-gen</dc:creator>
  <cp:lastModifiedBy>pptx-gen</cp:lastModifiedBy>
  <cp:revision>1</cp:revision>
  <dcterms:created xsi:type="dcterms:W3CDTF">2026-09-12T14:19:24Z</dcterms:created>
  <dcterms:modified xsi:type="dcterms:W3CDTF">2026-09-12T14:19:24Z</dcterms:modified>
</cp:coreProperties>
</file>