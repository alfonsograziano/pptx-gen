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8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234440"/>
            <a:ext cx="8001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Overline label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8001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presentation title goes here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85800" y="2971800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3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short subtitle that sets up the story in one line.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56032"/>
            <a:ext cx="8001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Section header</a:t>
            </a:r>
            <a:pPr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_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85800" y="868680"/>
            <a:ext cx="8001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2182B"/>
                </a:solidFill>
                <a:latin typeface="Lora" pitchFamily="34" charset="0"/>
                <a:ea typeface="Lora" pitchFamily="34" charset="-122"/>
                <a:cs typeface="Lora" pitchFamily="34" charset="-120"/>
              </a:rPr>
              <a:t>A lead statement that frames the three points below.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68680" y="1965960"/>
            <a:ext cx="78181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supporting point that backs up the lead.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Second supporting point with a little more detail.</a:t>
            </a:r>
            <a:endParaRPr lang="en-US" sz="12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200" dirty="0">
                <a:solidFill>
                  <a:srgbClr val="1218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Third supporting point to round out the argument.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466344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5B64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pptx-gen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source</dc:title>
  <dc:subject>Example source</dc:subject>
  <dc:creator>pptx-gen</dc:creator>
  <cp:lastModifiedBy>pptx-gen</cp:lastModifiedBy>
  <cp:revision>1</cp:revision>
  <dcterms:created xsi:type="dcterms:W3CDTF">2026-07-12T07:27:27Z</dcterms:created>
  <dcterms:modified xsi:type="dcterms:W3CDTF">2026-07-12T07:27:27Z</dcterms:modified>
</cp:coreProperties>
</file>