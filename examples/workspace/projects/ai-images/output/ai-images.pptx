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7" r:id="rId9"/>
    <p:sldId id="258" r:id="rId10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-c605663bf9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Overline label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8001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presentation title goes here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subtitle that sets up the story in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new waterfront studio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light, more room, and the harbour outside.</a:t>
            </a:r>
            <a:endParaRPr lang="en-US" sz="1400" dirty="0"/>
          </a:p>
        </p:txBody>
      </p:sp>
      <p:pic>
        <p:nvPicPr>
          <p:cNvPr id="900001" name="harbour-dawn"/>
          <p:cNvPicPr preferRelativeResize="0"/>
          <p:nvPr/>
        </p:nvPicPr>
        <p:blipFill rotWithShape="1">
          <a:blip r:embed="rId2"/>
          <a:srcRect l="0" t="3125" r="0" b="3125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Room to think, right by the water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open floor for the whole team.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tables for working side by side.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Daylight all day, from windows on three sides.</a:t>
            </a:r>
            <a:endParaRPr lang="en-US" sz="1200" dirty="0"/>
          </a:p>
        </p:txBody>
      </p:sp>
      <p:pic>
        <p:nvPicPr>
          <p:cNvPr id="5" name="Image 0" descr="A bright open-plan design studio in a converted harbour warehouse, people sketching together at a long wooden table, tall windows looking out onto the wa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868680"/>
            <a:ext cx="3566160" cy="3566160"/>
          </a:xfrm>
          <a:prstGeom prst="rect">
            <a:avLst/>
          </a:prstGeom>
        </p:spPr>
      </p:pic>
      <p:sp>
        <p:nvSpPr>
          <p:cNvPr id="6" name="pptx-gen-page-number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fld id="{E9F71D33-B190-4C61-A95C-1E96D9EE02D5}" type="slidenum"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fld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source</dc:title>
  <dc:subject>Example source</dc:subject>
  <dc:creator>pptx-gen</dc:creator>
  <cp:lastModifiedBy>pptx-gen</cp:lastModifiedBy>
  <cp:revision>1</cp:revision>
  <dcterms:created xsi:type="dcterms:W3CDTF">2026-07-12T07:27:27Z</dcterms:created>
  <dcterms:modified xsi:type="dcterms:W3CDTF">2026-07-12T07:27:27Z</dcterms:modified>
</cp:coreProperties>
</file>