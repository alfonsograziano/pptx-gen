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operator sees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screen, three states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incident lands in one queue, so the on-call engineer never has to decide where to look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77063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6974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Firing alerts sort to the top, with the owning team attached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327355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2004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Acknowledging an alert keeps it visible instead of hiding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77647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37033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alerts stay for the retro, then age out after a week</a:t>
            </a:r>
            <a:endParaRPr lang="en-US" sz="1000" dirty="0"/>
          </a:p>
        </p:txBody>
      </p:sp>
      <p:pic>
        <p:nvPicPr>
          <p:cNvPr id="11" name="Image 0" descr="The alerts console, with the checkout latency alert f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81328"/>
            <a:ext cx="3931920" cy="22018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09160" y="3792931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queue · 3 open, 1 firing</a:t>
            </a:r>
            <a:endParaRPr lang="en-US" sz="900" dirty="0"/>
          </a:p>
        </p:txBody>
      </p:sp>
      <p:sp>
        <p:nvSpPr>
          <p:cNvPr id="13" name="pptx-gen-page-number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fld id="{C07A1544-0441-488B-BB6C-736FE4A69423}" type="slidenum"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fld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</dc:title>
  <dc:subject>Figures</dc:subject>
  <dc:creator>pptx-gen</dc:creator>
  <cp:lastModifiedBy>pptx-gen</cp:lastModifiedBy>
  <cp:revision>1</cp:revision>
  <dcterms:created xsi:type="dcterms:W3CDTF">2026-09-12T14:47:08Z</dcterms:created>
  <dcterms:modified xsi:type="dcterms:W3CDTF">2026-09-12T14:47:08Z</dcterms:modified>
</cp:coreProperties>
</file>